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4"/>
  </p:sldMasterIdLst>
  <p:sldIdLst>
    <p:sldId id="256" r:id="rId5"/>
    <p:sldId id="257" r:id="rId6"/>
    <p:sldId id="258" r:id="rId7"/>
    <p:sldId id="259" r:id="rId8"/>
    <p:sldId id="260" r:id="rId9"/>
    <p:sldId id="261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C44E23-0A9D-433F-9781-9E3AB528B96B}" v="38" dt="2025-12-17T08:59:32.3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ren Vandewalle" userId="5e8f58f2-ed69-49a2-b494-4d67e9ad3bb0" providerId="ADAL" clId="{AB5EFA4C-2255-420E-BE2E-5B6B806D7900}"/>
    <pc:docChg chg="undo custSel addSld delSld modSld">
      <pc:chgData name="Joren Vandewalle" userId="5e8f58f2-ed69-49a2-b494-4d67e9ad3bb0" providerId="ADAL" clId="{AB5EFA4C-2255-420E-BE2E-5B6B806D7900}" dt="2025-12-17T09:09:59.946" v="1041" actId="20577"/>
      <pc:docMkLst>
        <pc:docMk/>
      </pc:docMkLst>
      <pc:sldChg chg="modSp new mod">
        <pc:chgData name="Joren Vandewalle" userId="5e8f58f2-ed69-49a2-b494-4d67e9ad3bb0" providerId="ADAL" clId="{AB5EFA4C-2255-420E-BE2E-5B6B806D7900}" dt="2025-12-17T08:01:42.979" v="564"/>
        <pc:sldMkLst>
          <pc:docMk/>
          <pc:sldMk cId="1236340110" sldId="256"/>
        </pc:sldMkLst>
        <pc:spChg chg="mod">
          <ac:chgData name="Joren Vandewalle" userId="5e8f58f2-ed69-49a2-b494-4d67e9ad3bb0" providerId="ADAL" clId="{AB5EFA4C-2255-420E-BE2E-5B6B806D7900}" dt="2025-12-17T08:01:42.979" v="564"/>
          <ac:spMkLst>
            <pc:docMk/>
            <pc:sldMk cId="1236340110" sldId="256"/>
            <ac:spMk id="2" creationId="{FDD1E8EB-9BD2-23F5-8B17-E05B33E18653}"/>
          </ac:spMkLst>
        </pc:spChg>
        <pc:spChg chg="mod">
          <ac:chgData name="Joren Vandewalle" userId="5e8f58f2-ed69-49a2-b494-4d67e9ad3bb0" providerId="ADAL" clId="{AB5EFA4C-2255-420E-BE2E-5B6B806D7900}" dt="2025-12-17T08:01:42.979" v="564"/>
          <ac:spMkLst>
            <pc:docMk/>
            <pc:sldMk cId="1236340110" sldId="256"/>
            <ac:spMk id="3" creationId="{3400E2B2-990D-A92E-2738-3A565329EA25}"/>
          </ac:spMkLst>
        </pc:spChg>
      </pc:sldChg>
      <pc:sldChg chg="addSp delSp modSp new mod setBg modClrScheme delDesignElem chgLayout">
        <pc:chgData name="Joren Vandewalle" userId="5e8f58f2-ed69-49a2-b494-4d67e9ad3bb0" providerId="ADAL" clId="{AB5EFA4C-2255-420E-BE2E-5B6B806D7900}" dt="2025-12-17T08:14:53.833" v="710" actId="1076"/>
        <pc:sldMkLst>
          <pc:docMk/>
          <pc:sldMk cId="3942688188" sldId="257"/>
        </pc:sldMkLst>
        <pc:spChg chg="mod ord">
          <ac:chgData name="Joren Vandewalle" userId="5e8f58f2-ed69-49a2-b494-4d67e9ad3bb0" providerId="ADAL" clId="{AB5EFA4C-2255-420E-BE2E-5B6B806D7900}" dt="2025-12-17T08:14:53.833" v="710" actId="1076"/>
          <ac:spMkLst>
            <pc:docMk/>
            <pc:sldMk cId="3942688188" sldId="257"/>
            <ac:spMk id="2" creationId="{DFB0875B-2F9D-EC47-D45F-E4E17263C4A9}"/>
          </ac:spMkLst>
        </pc:spChg>
        <pc:spChg chg="add del mod ord">
          <ac:chgData name="Joren Vandewalle" userId="5e8f58f2-ed69-49a2-b494-4d67e9ad3bb0" providerId="ADAL" clId="{AB5EFA4C-2255-420E-BE2E-5B6B806D7900}" dt="2025-12-17T08:14:12.281" v="693" actId="700"/>
          <ac:spMkLst>
            <pc:docMk/>
            <pc:sldMk cId="3942688188" sldId="257"/>
            <ac:spMk id="3" creationId="{18219C8B-8EC7-A5A2-496E-745E00E91D3F}"/>
          </ac:spMkLst>
        </pc:spChg>
        <pc:spChg chg="add del">
          <ac:chgData name="Joren Vandewalle" userId="5e8f58f2-ed69-49a2-b494-4d67e9ad3bb0" providerId="ADAL" clId="{AB5EFA4C-2255-420E-BE2E-5B6B806D7900}" dt="2025-12-16T19:17:09.049" v="540" actId="26606"/>
          <ac:spMkLst>
            <pc:docMk/>
            <pc:sldMk cId="3942688188" sldId="257"/>
            <ac:spMk id="13" creationId="{873ECEC8-0F24-45B8-950F-35FC94BCEAC8}"/>
          </ac:spMkLst>
        </pc:spChg>
        <pc:spChg chg="add del">
          <ac:chgData name="Joren Vandewalle" userId="5e8f58f2-ed69-49a2-b494-4d67e9ad3bb0" providerId="ADAL" clId="{AB5EFA4C-2255-420E-BE2E-5B6B806D7900}" dt="2025-12-16T19:17:09.049" v="540" actId="26606"/>
          <ac:spMkLst>
            <pc:docMk/>
            <pc:sldMk cId="3942688188" sldId="257"/>
            <ac:spMk id="15" creationId="{8B53612E-ADB2-4457-9688-89506397AF28}"/>
          </ac:spMkLst>
        </pc:spChg>
        <pc:spChg chg="add del">
          <ac:chgData name="Joren Vandewalle" userId="5e8f58f2-ed69-49a2-b494-4d67e9ad3bb0" providerId="ADAL" clId="{AB5EFA4C-2255-420E-BE2E-5B6B806D7900}" dt="2025-12-16T19:17:09.049" v="540" actId="26606"/>
          <ac:spMkLst>
            <pc:docMk/>
            <pc:sldMk cId="3942688188" sldId="257"/>
            <ac:spMk id="20" creationId="{7D417315-0A35-4882-ABD2-ABE3C89E5DCF}"/>
          </ac:spMkLst>
        </pc:spChg>
        <pc:spChg chg="add del">
          <ac:chgData name="Joren Vandewalle" userId="5e8f58f2-ed69-49a2-b494-4d67e9ad3bb0" providerId="ADAL" clId="{AB5EFA4C-2255-420E-BE2E-5B6B806D7900}" dt="2025-12-17T08:14:12.281" v="693" actId="700"/>
          <ac:spMkLst>
            <pc:docMk/>
            <pc:sldMk cId="3942688188" sldId="257"/>
            <ac:spMk id="25" creationId="{873ECEC8-0F24-45B8-950F-35FC94BCEAC8}"/>
          </ac:spMkLst>
        </pc:spChg>
        <pc:spChg chg="add del">
          <ac:chgData name="Joren Vandewalle" userId="5e8f58f2-ed69-49a2-b494-4d67e9ad3bb0" providerId="ADAL" clId="{AB5EFA4C-2255-420E-BE2E-5B6B806D7900}" dt="2025-12-17T08:14:12.281" v="693" actId="700"/>
          <ac:spMkLst>
            <pc:docMk/>
            <pc:sldMk cId="3942688188" sldId="257"/>
            <ac:spMk id="29" creationId="{7D417315-0A35-4882-ABD2-ABE3C89E5DCF}"/>
          </ac:spMkLst>
        </pc:spChg>
        <pc:spChg chg="add del">
          <ac:chgData name="Joren Vandewalle" userId="5e8f58f2-ed69-49a2-b494-4d67e9ad3bb0" providerId="ADAL" clId="{AB5EFA4C-2255-420E-BE2E-5B6B806D7900}" dt="2025-12-17T08:14:12.281" v="693" actId="700"/>
          <ac:spMkLst>
            <pc:docMk/>
            <pc:sldMk cId="3942688188" sldId="257"/>
            <ac:spMk id="31" creationId="{8B53612E-ADB2-4457-9688-89506397AF28}"/>
          </ac:spMkLst>
        </pc:spChg>
        <pc:picChg chg="add mod">
          <ac:chgData name="Joren Vandewalle" userId="5e8f58f2-ed69-49a2-b494-4d67e9ad3bb0" providerId="ADAL" clId="{AB5EFA4C-2255-420E-BE2E-5B6B806D7900}" dt="2025-12-17T08:14:48.153" v="706" actId="1076"/>
          <ac:picMkLst>
            <pc:docMk/>
            <pc:sldMk cId="3942688188" sldId="257"/>
            <ac:picMk id="5" creationId="{325ABBD7-60C8-0D95-AD99-5BA5CFCCA600}"/>
          </ac:picMkLst>
        </pc:picChg>
        <pc:picChg chg="add del mod">
          <ac:chgData name="Joren Vandewalle" userId="5e8f58f2-ed69-49a2-b494-4d67e9ad3bb0" providerId="ADAL" clId="{AB5EFA4C-2255-420E-BE2E-5B6B806D7900}" dt="2025-12-16T19:16:55.385" v="536" actId="478"/>
          <ac:picMkLst>
            <pc:docMk/>
            <pc:sldMk cId="3942688188" sldId="257"/>
            <ac:picMk id="11" creationId="{A9E66CED-2074-207E-CDE4-F19C7B01668C}"/>
          </ac:picMkLst>
        </pc:picChg>
        <pc:cxnChg chg="add del">
          <ac:chgData name="Joren Vandewalle" userId="5e8f58f2-ed69-49a2-b494-4d67e9ad3bb0" providerId="ADAL" clId="{AB5EFA4C-2255-420E-BE2E-5B6B806D7900}" dt="2025-12-16T19:17:09.049" v="540" actId="26606"/>
          <ac:cxnSpMkLst>
            <pc:docMk/>
            <pc:sldMk cId="3942688188" sldId="257"/>
            <ac:cxnSpMk id="14" creationId="{89EB8C68-FF1B-4849-867B-32D29B19F102}"/>
          </ac:cxnSpMkLst>
        </pc:cxnChg>
        <pc:cxnChg chg="add del">
          <ac:chgData name="Joren Vandewalle" userId="5e8f58f2-ed69-49a2-b494-4d67e9ad3bb0" providerId="ADAL" clId="{AB5EFA4C-2255-420E-BE2E-5B6B806D7900}" dt="2025-12-17T08:14:12.281" v="693" actId="700"/>
          <ac:cxnSpMkLst>
            <pc:docMk/>
            <pc:sldMk cId="3942688188" sldId="257"/>
            <ac:cxnSpMk id="27" creationId="{89EB8C68-FF1B-4849-867B-32D29B19F102}"/>
          </ac:cxnSpMkLst>
        </pc:cxnChg>
      </pc:sldChg>
      <pc:sldChg chg="addSp delSp modSp new mod setBg modClrScheme delDesignElem chgLayout">
        <pc:chgData name="Joren Vandewalle" userId="5e8f58f2-ed69-49a2-b494-4d67e9ad3bb0" providerId="ADAL" clId="{AB5EFA4C-2255-420E-BE2E-5B6B806D7900}" dt="2025-12-17T08:15:31.639" v="729" actId="14100"/>
        <pc:sldMkLst>
          <pc:docMk/>
          <pc:sldMk cId="3439193053" sldId="258"/>
        </pc:sldMkLst>
        <pc:spChg chg="mod ord">
          <ac:chgData name="Joren Vandewalle" userId="5e8f58f2-ed69-49a2-b494-4d67e9ad3bb0" providerId="ADAL" clId="{AB5EFA4C-2255-420E-BE2E-5B6B806D7900}" dt="2025-12-17T08:15:31.639" v="729" actId="14100"/>
          <ac:spMkLst>
            <pc:docMk/>
            <pc:sldMk cId="3439193053" sldId="258"/>
            <ac:spMk id="2" creationId="{DA7BBAC2-6C16-211E-45DE-581F4F5250DA}"/>
          </ac:spMkLst>
        </pc:spChg>
        <pc:spChg chg="mod ord">
          <ac:chgData name="Joren Vandewalle" userId="5e8f58f2-ed69-49a2-b494-4d67e9ad3bb0" providerId="ADAL" clId="{AB5EFA4C-2255-420E-BE2E-5B6B806D7900}" dt="2025-12-17T08:12:07.017" v="690" actId="1076"/>
          <ac:spMkLst>
            <pc:docMk/>
            <pc:sldMk cId="3439193053" sldId="258"/>
            <ac:spMk id="3" creationId="{9E1228C2-1613-5A3E-5133-98442F83CE8E}"/>
          </ac:spMkLst>
        </pc:spChg>
        <pc:spChg chg="add mod">
          <ac:chgData name="Joren Vandewalle" userId="5e8f58f2-ed69-49a2-b494-4d67e9ad3bb0" providerId="ADAL" clId="{AB5EFA4C-2255-420E-BE2E-5B6B806D7900}" dt="2025-12-17T08:11:24.663" v="682" actId="1076"/>
          <ac:spMkLst>
            <pc:docMk/>
            <pc:sldMk cId="3439193053" sldId="258"/>
            <ac:spMk id="5" creationId="{377527B7-F67B-CFE6-3DCA-FE130EA807F8}"/>
          </ac:spMkLst>
        </pc:spChg>
        <pc:spChg chg="add mod">
          <ac:chgData name="Joren Vandewalle" userId="5e8f58f2-ed69-49a2-b494-4d67e9ad3bb0" providerId="ADAL" clId="{AB5EFA4C-2255-420E-BE2E-5B6B806D7900}" dt="2025-12-17T08:11:38.761" v="685" actId="122"/>
          <ac:spMkLst>
            <pc:docMk/>
            <pc:sldMk cId="3439193053" sldId="258"/>
            <ac:spMk id="6" creationId="{574D7DAF-BF55-7643-A8DB-DFF70FD6BFEE}"/>
          </ac:spMkLst>
        </pc:spChg>
        <pc:spChg chg="add del">
          <ac:chgData name="Joren Vandewalle" userId="5e8f58f2-ed69-49a2-b494-4d67e9ad3bb0" providerId="ADAL" clId="{AB5EFA4C-2255-420E-BE2E-5B6B806D7900}" dt="2025-12-17T08:08:46.449" v="646" actId="26606"/>
          <ac:spMkLst>
            <pc:docMk/>
            <pc:sldMk cId="3439193053" sldId="258"/>
            <ac:spMk id="1033" creationId="{E36F1772-5B88-4687-974A-52C4564FFF24}"/>
          </ac:spMkLst>
        </pc:spChg>
        <pc:spChg chg="add del">
          <ac:chgData name="Joren Vandewalle" userId="5e8f58f2-ed69-49a2-b494-4d67e9ad3bb0" providerId="ADAL" clId="{AB5EFA4C-2255-420E-BE2E-5B6B806D7900}" dt="2025-12-17T08:08:46.449" v="646" actId="26606"/>
          <ac:spMkLst>
            <pc:docMk/>
            <pc:sldMk cId="3439193053" sldId="258"/>
            <ac:spMk id="1037" creationId="{C7E8667B-49C4-4E47-AB3E-78AC18E95CB5}"/>
          </ac:spMkLst>
        </pc:spChg>
        <pc:spChg chg="add del">
          <ac:chgData name="Joren Vandewalle" userId="5e8f58f2-ed69-49a2-b494-4d67e9ad3bb0" providerId="ADAL" clId="{AB5EFA4C-2255-420E-BE2E-5B6B806D7900}" dt="2025-12-17T08:08:46.449" v="646" actId="26606"/>
          <ac:spMkLst>
            <pc:docMk/>
            <pc:sldMk cId="3439193053" sldId="258"/>
            <ac:spMk id="1039" creationId="{8A1780B1-1435-4EBC-947B-9609953FD3FE}"/>
          </ac:spMkLst>
        </pc:spChg>
        <pc:spChg chg="add del">
          <ac:chgData name="Joren Vandewalle" userId="5e8f58f2-ed69-49a2-b494-4d67e9ad3bb0" providerId="ADAL" clId="{AB5EFA4C-2255-420E-BE2E-5B6B806D7900}" dt="2025-12-17T08:09:05.701" v="647" actId="26606"/>
          <ac:spMkLst>
            <pc:docMk/>
            <pc:sldMk cId="3439193053" sldId="258"/>
            <ac:spMk id="1044" creationId="{D8F371E4-7DDD-4405-BB5B-63ED359CD5E8}"/>
          </ac:spMkLst>
        </pc:spChg>
        <pc:spChg chg="add del">
          <ac:chgData name="Joren Vandewalle" userId="5e8f58f2-ed69-49a2-b494-4d67e9ad3bb0" providerId="ADAL" clId="{AB5EFA4C-2255-420E-BE2E-5B6B806D7900}" dt="2025-12-17T08:09:05.701" v="647" actId="26606"/>
          <ac:spMkLst>
            <pc:docMk/>
            <pc:sldMk cId="3439193053" sldId="258"/>
            <ac:spMk id="1046" creationId="{A6A2E1F1-1FEA-4688-AB4C-A710C64EECCF}"/>
          </ac:spMkLst>
        </pc:spChg>
        <pc:spChg chg="add del">
          <ac:chgData name="Joren Vandewalle" userId="5e8f58f2-ed69-49a2-b494-4d67e9ad3bb0" providerId="ADAL" clId="{AB5EFA4C-2255-420E-BE2E-5B6B806D7900}" dt="2025-12-17T08:09:05.701" v="647" actId="26606"/>
          <ac:spMkLst>
            <pc:docMk/>
            <pc:sldMk cId="3439193053" sldId="258"/>
            <ac:spMk id="1048" creationId="{A14FA181-2ED1-41E6-85D1-DC9F56E2D1AE}"/>
          </ac:spMkLst>
        </pc:spChg>
        <pc:spChg chg="add del">
          <ac:chgData name="Joren Vandewalle" userId="5e8f58f2-ed69-49a2-b494-4d67e9ad3bb0" providerId="ADAL" clId="{AB5EFA4C-2255-420E-BE2E-5B6B806D7900}" dt="2025-12-17T08:09:05.701" v="647" actId="26606"/>
          <ac:spMkLst>
            <pc:docMk/>
            <pc:sldMk cId="3439193053" sldId="258"/>
            <ac:spMk id="1050" creationId="{239B1607-402F-4FBC-8277-2E1F458BF3B5}"/>
          </ac:spMkLst>
        </pc:spChg>
        <pc:spChg chg="add del">
          <ac:chgData name="Joren Vandewalle" userId="5e8f58f2-ed69-49a2-b494-4d67e9ad3bb0" providerId="ADAL" clId="{AB5EFA4C-2255-420E-BE2E-5B6B806D7900}" dt="2025-12-17T08:09:05.701" v="647" actId="26606"/>
          <ac:spMkLst>
            <pc:docMk/>
            <pc:sldMk cId="3439193053" sldId="258"/>
            <ac:spMk id="1052" creationId="{F1CDDE4E-CE40-4783-A6B4-4BAEEECE0A9B}"/>
          </ac:spMkLst>
        </pc:spChg>
        <pc:spChg chg="add del">
          <ac:chgData name="Joren Vandewalle" userId="5e8f58f2-ed69-49a2-b494-4d67e9ad3bb0" providerId="ADAL" clId="{AB5EFA4C-2255-420E-BE2E-5B6B806D7900}" dt="2025-12-17T08:11:01.787" v="678" actId="700"/>
          <ac:spMkLst>
            <pc:docMk/>
            <pc:sldMk cId="3439193053" sldId="258"/>
            <ac:spMk id="1057" creationId="{3FD3CF24-D05A-4E8A-8D2C-0AB7CC0FD062}"/>
          </ac:spMkLst>
        </pc:spChg>
        <pc:spChg chg="add del">
          <ac:chgData name="Joren Vandewalle" userId="5e8f58f2-ed69-49a2-b494-4d67e9ad3bb0" providerId="ADAL" clId="{AB5EFA4C-2255-420E-BE2E-5B6B806D7900}" dt="2025-12-17T08:11:01.787" v="678" actId="700"/>
          <ac:spMkLst>
            <pc:docMk/>
            <pc:sldMk cId="3439193053" sldId="258"/>
            <ac:spMk id="1061" creationId="{55BC9725-B546-4B1F-B1BB-F6A61E2444AC}"/>
          </ac:spMkLst>
        </pc:spChg>
        <pc:spChg chg="add del">
          <ac:chgData name="Joren Vandewalle" userId="5e8f58f2-ed69-49a2-b494-4d67e9ad3bb0" providerId="ADAL" clId="{AB5EFA4C-2255-420E-BE2E-5B6B806D7900}" dt="2025-12-17T08:11:01.787" v="678" actId="700"/>
          <ac:spMkLst>
            <pc:docMk/>
            <pc:sldMk cId="3439193053" sldId="258"/>
            <ac:spMk id="1063" creationId="{E69DB3CD-23E8-4507-AE0E-77E1E0A03020}"/>
          </ac:spMkLst>
        </pc:spChg>
        <pc:picChg chg="add mod">
          <ac:chgData name="Joren Vandewalle" userId="5e8f58f2-ed69-49a2-b494-4d67e9ad3bb0" providerId="ADAL" clId="{AB5EFA4C-2255-420E-BE2E-5B6B806D7900}" dt="2025-12-17T08:11:56.685" v="688" actId="1076"/>
          <ac:picMkLst>
            <pc:docMk/>
            <pc:sldMk cId="3439193053" sldId="258"/>
            <ac:picMk id="4" creationId="{16CAD79D-9B0B-B2D9-34C4-D365460DB23C}"/>
          </ac:picMkLst>
        </pc:picChg>
        <pc:picChg chg="add mod ord">
          <ac:chgData name="Joren Vandewalle" userId="5e8f58f2-ed69-49a2-b494-4d67e9ad3bb0" providerId="ADAL" clId="{AB5EFA4C-2255-420E-BE2E-5B6B806D7900}" dt="2025-12-17T08:11:29.919" v="683" actId="1076"/>
          <ac:picMkLst>
            <pc:docMk/>
            <pc:sldMk cId="3439193053" sldId="258"/>
            <ac:picMk id="1026" creationId="{D67A5DBE-ECB4-E46D-2F59-E43292FFD25C}"/>
          </ac:picMkLst>
        </pc:picChg>
        <pc:picChg chg="add mod">
          <ac:chgData name="Joren Vandewalle" userId="5e8f58f2-ed69-49a2-b494-4d67e9ad3bb0" providerId="ADAL" clId="{AB5EFA4C-2255-420E-BE2E-5B6B806D7900}" dt="2025-12-17T08:11:46.763" v="686" actId="1076"/>
          <ac:picMkLst>
            <pc:docMk/>
            <pc:sldMk cId="3439193053" sldId="258"/>
            <ac:picMk id="1028" creationId="{C7D48811-B0A1-9C7F-98AC-C0E419307976}"/>
          </ac:picMkLst>
        </pc:picChg>
        <pc:cxnChg chg="add del">
          <ac:chgData name="Joren Vandewalle" userId="5e8f58f2-ed69-49a2-b494-4d67e9ad3bb0" providerId="ADAL" clId="{AB5EFA4C-2255-420E-BE2E-5B6B806D7900}" dt="2025-12-17T08:01:42.979" v="564"/>
          <ac:cxnSpMkLst>
            <pc:docMk/>
            <pc:sldMk cId="3439193053" sldId="258"/>
            <ac:cxnSpMk id="1035" creationId="{FC2C99CD-8BCA-45F5-BA47-7A6D80CA8924}"/>
          </ac:cxnSpMkLst>
        </pc:cxnChg>
        <pc:cxnChg chg="del">
          <ac:chgData name="Joren Vandewalle" userId="5e8f58f2-ed69-49a2-b494-4d67e9ad3bb0" providerId="ADAL" clId="{AB5EFA4C-2255-420E-BE2E-5B6B806D7900}" dt="2025-12-17T08:11:01.787" v="678" actId="700"/>
          <ac:cxnSpMkLst>
            <pc:docMk/>
            <pc:sldMk cId="3439193053" sldId="258"/>
            <ac:cxnSpMk id="1059" creationId="{96330F87-AACB-40A7-B2EA-55C9CFEF4BDC}"/>
          </ac:cxnSpMkLst>
        </pc:cxnChg>
      </pc:sldChg>
      <pc:sldChg chg="addSp delSp modSp new mod setBg modClrScheme delDesignElem chgLayout">
        <pc:chgData name="Joren Vandewalle" userId="5e8f58f2-ed69-49a2-b494-4d67e9ad3bb0" providerId="ADAL" clId="{AB5EFA4C-2255-420E-BE2E-5B6B806D7900}" dt="2025-12-17T08:15:41.305" v="730" actId="1076"/>
        <pc:sldMkLst>
          <pc:docMk/>
          <pc:sldMk cId="3752736251" sldId="259"/>
        </pc:sldMkLst>
        <pc:spChg chg="del mod ord">
          <ac:chgData name="Joren Vandewalle" userId="5e8f58f2-ed69-49a2-b494-4d67e9ad3bb0" providerId="ADAL" clId="{AB5EFA4C-2255-420E-BE2E-5B6B806D7900}" dt="2025-12-17T08:15:09.355" v="711" actId="478"/>
          <ac:spMkLst>
            <pc:docMk/>
            <pc:sldMk cId="3752736251" sldId="259"/>
            <ac:spMk id="2" creationId="{0BFF5A06-8FD7-6A3E-1875-9CCFD1413AAD}"/>
          </ac:spMkLst>
        </pc:spChg>
        <pc:spChg chg="add mod">
          <ac:chgData name="Joren Vandewalle" userId="5e8f58f2-ed69-49a2-b494-4d67e9ad3bb0" providerId="ADAL" clId="{AB5EFA4C-2255-420E-BE2E-5B6B806D7900}" dt="2025-12-17T08:15:41.305" v="730" actId="1076"/>
          <ac:spMkLst>
            <pc:docMk/>
            <pc:sldMk cId="3752736251" sldId="259"/>
            <ac:spMk id="3" creationId="{2A9DDAA4-65EB-C3D3-DFA5-1854F7C9E075}"/>
          </ac:spMkLst>
        </pc:spChg>
        <pc:spChg chg="add del">
          <ac:chgData name="Joren Vandewalle" userId="5e8f58f2-ed69-49a2-b494-4d67e9ad3bb0" providerId="ADAL" clId="{AB5EFA4C-2255-420E-BE2E-5B6B806D7900}" dt="2025-12-17T08:13:59.069" v="692" actId="700"/>
          <ac:spMkLst>
            <pc:docMk/>
            <pc:sldMk cId="3752736251" sldId="259"/>
            <ac:spMk id="42" creationId="{F240A2FC-E2C3-458D-96B4-5DF9028D93A5}"/>
          </ac:spMkLst>
        </pc:spChg>
        <pc:spChg chg="add del">
          <ac:chgData name="Joren Vandewalle" userId="5e8f58f2-ed69-49a2-b494-4d67e9ad3bb0" providerId="ADAL" clId="{AB5EFA4C-2255-420E-BE2E-5B6B806D7900}" dt="2025-12-17T08:13:59.069" v="692" actId="700"/>
          <ac:spMkLst>
            <pc:docMk/>
            <pc:sldMk cId="3752736251" sldId="259"/>
            <ac:spMk id="44" creationId="{5F097929-F3D6-4D1F-8AFC-CF348171A9E1}"/>
          </ac:spMkLst>
        </pc:spChg>
        <pc:spChg chg="add del">
          <ac:chgData name="Joren Vandewalle" userId="5e8f58f2-ed69-49a2-b494-4d67e9ad3bb0" providerId="ADAL" clId="{AB5EFA4C-2255-420E-BE2E-5B6B806D7900}" dt="2025-12-17T08:13:59.069" v="692" actId="700"/>
          <ac:spMkLst>
            <pc:docMk/>
            <pc:sldMk cId="3752736251" sldId="259"/>
            <ac:spMk id="52" creationId="{990BAFCD-EA0A-47F4-8B00-AAB1E67A90CC}"/>
          </ac:spMkLst>
        </pc:spChg>
        <pc:spChg chg="add del">
          <ac:chgData name="Joren Vandewalle" userId="5e8f58f2-ed69-49a2-b494-4d67e9ad3bb0" providerId="ADAL" clId="{AB5EFA4C-2255-420E-BE2E-5B6B806D7900}" dt="2025-12-17T08:13:59.069" v="692" actId="700"/>
          <ac:spMkLst>
            <pc:docMk/>
            <pc:sldMk cId="3752736251" sldId="259"/>
            <ac:spMk id="53" creationId="{621D8EC4-8163-48C9-89D6-8555E98AB9A8}"/>
          </ac:spMkLst>
        </pc:spChg>
        <pc:spChg chg="add del">
          <ac:chgData name="Joren Vandewalle" userId="5e8f58f2-ed69-49a2-b494-4d67e9ad3bb0" providerId="ADAL" clId="{AB5EFA4C-2255-420E-BE2E-5B6B806D7900}" dt="2025-12-17T08:13:59.069" v="692" actId="700"/>
          <ac:spMkLst>
            <pc:docMk/>
            <pc:sldMk cId="3752736251" sldId="259"/>
            <ac:spMk id="54" creationId="{7B7C6C2A-33C4-4D5D-8EB1-A8803DCB7566}"/>
          </ac:spMkLst>
        </pc:spChg>
        <pc:picChg chg="add mod ord modCrop">
          <ac:chgData name="Joren Vandewalle" userId="5e8f58f2-ed69-49a2-b494-4d67e9ad3bb0" providerId="ADAL" clId="{AB5EFA4C-2255-420E-BE2E-5B6B806D7900}" dt="2025-12-17T08:15:12.771" v="712" actId="1076"/>
          <ac:picMkLst>
            <pc:docMk/>
            <pc:sldMk cId="3752736251" sldId="259"/>
            <ac:picMk id="7" creationId="{F91BEDA6-5A8A-9C68-5ADF-CBC5E27C3609}"/>
          </ac:picMkLst>
        </pc:picChg>
        <pc:cxnChg chg="add del">
          <ac:chgData name="Joren Vandewalle" userId="5e8f58f2-ed69-49a2-b494-4d67e9ad3bb0" providerId="ADAL" clId="{AB5EFA4C-2255-420E-BE2E-5B6B806D7900}" dt="2025-12-17T08:13:59.069" v="692" actId="700"/>
          <ac:cxnSpMkLst>
            <pc:docMk/>
            <pc:sldMk cId="3752736251" sldId="259"/>
            <ac:cxnSpMk id="46" creationId="{43074C91-9045-414B-B5F9-567DAE3EED25}"/>
          </ac:cxnSpMkLst>
        </pc:cxnChg>
      </pc:sldChg>
      <pc:sldChg chg="addSp delSp modSp new mod modClrScheme chgLayout">
        <pc:chgData name="Joren Vandewalle" userId="5e8f58f2-ed69-49a2-b494-4d67e9ad3bb0" providerId="ADAL" clId="{AB5EFA4C-2255-420E-BE2E-5B6B806D7900}" dt="2025-12-17T09:09:59.946" v="1041" actId="20577"/>
        <pc:sldMkLst>
          <pc:docMk/>
          <pc:sldMk cId="761444858" sldId="260"/>
        </pc:sldMkLst>
        <pc:spChg chg="mod ord">
          <ac:chgData name="Joren Vandewalle" userId="5e8f58f2-ed69-49a2-b494-4d67e9ad3bb0" providerId="ADAL" clId="{AB5EFA4C-2255-420E-BE2E-5B6B806D7900}" dt="2025-12-17T08:21:11.960" v="751" actId="14100"/>
          <ac:spMkLst>
            <pc:docMk/>
            <pc:sldMk cId="761444858" sldId="260"/>
            <ac:spMk id="2" creationId="{698BC40B-1167-E70B-0993-6364E92D670B}"/>
          </ac:spMkLst>
        </pc:spChg>
        <pc:spChg chg="mod ord">
          <ac:chgData name="Joren Vandewalle" userId="5e8f58f2-ed69-49a2-b494-4d67e9ad3bb0" providerId="ADAL" clId="{AB5EFA4C-2255-420E-BE2E-5B6B806D7900}" dt="2025-12-17T09:09:59.946" v="1041" actId="20577"/>
          <ac:spMkLst>
            <pc:docMk/>
            <pc:sldMk cId="761444858" sldId="260"/>
            <ac:spMk id="3" creationId="{06485DFF-6921-23E1-A312-003E9CDD5A15}"/>
          </ac:spMkLst>
        </pc:spChg>
        <pc:spChg chg="add del mod">
          <ac:chgData name="Joren Vandewalle" userId="5e8f58f2-ed69-49a2-b494-4d67e9ad3bb0" providerId="ADAL" clId="{AB5EFA4C-2255-420E-BE2E-5B6B806D7900}" dt="2025-12-17T08:59:25.442" v="936" actId="478"/>
          <ac:spMkLst>
            <pc:docMk/>
            <pc:sldMk cId="761444858" sldId="260"/>
            <ac:spMk id="4" creationId="{243AAC98-20AC-7DBC-E69B-552BB7B9A82F}"/>
          </ac:spMkLst>
        </pc:spChg>
        <pc:spChg chg="add mod">
          <ac:chgData name="Joren Vandewalle" userId="5e8f58f2-ed69-49a2-b494-4d67e9ad3bb0" providerId="ADAL" clId="{AB5EFA4C-2255-420E-BE2E-5B6B806D7900}" dt="2025-12-17T09:00:59.955" v="1000" actId="122"/>
          <ac:spMkLst>
            <pc:docMk/>
            <pc:sldMk cId="761444858" sldId="260"/>
            <ac:spMk id="5" creationId="{F69DDFF5-3361-AAEA-9B6A-B82EF5BC9626}"/>
          </ac:spMkLst>
        </pc:spChg>
        <pc:spChg chg="add mod">
          <ac:chgData name="Joren Vandewalle" userId="5e8f58f2-ed69-49a2-b494-4d67e9ad3bb0" providerId="ADAL" clId="{AB5EFA4C-2255-420E-BE2E-5B6B806D7900}" dt="2025-12-17T09:00:48.964" v="998" actId="1076"/>
          <ac:spMkLst>
            <pc:docMk/>
            <pc:sldMk cId="761444858" sldId="260"/>
            <ac:spMk id="6" creationId="{1F3077FA-D797-A9C2-D8A6-CF9F4B00691D}"/>
          </ac:spMkLst>
        </pc:spChg>
      </pc:sldChg>
      <pc:sldChg chg="addSp modSp new del mod">
        <pc:chgData name="Joren Vandewalle" userId="5e8f58f2-ed69-49a2-b494-4d67e9ad3bb0" providerId="ADAL" clId="{AB5EFA4C-2255-420E-BE2E-5B6B806D7900}" dt="2025-12-17T09:01:40.562" v="1001" actId="47"/>
        <pc:sldMkLst>
          <pc:docMk/>
          <pc:sldMk cId="3856698193" sldId="261"/>
        </pc:sldMkLst>
        <pc:spChg chg="add mod">
          <ac:chgData name="Joren Vandewalle" userId="5e8f58f2-ed69-49a2-b494-4d67e9ad3bb0" providerId="ADAL" clId="{AB5EFA4C-2255-420E-BE2E-5B6B806D7900}" dt="2025-12-17T08:16:14.162" v="747" actId="20577"/>
          <ac:spMkLst>
            <pc:docMk/>
            <pc:sldMk cId="3856698193" sldId="261"/>
            <ac:spMk id="2" creationId="{D8DB86E8-1CC6-AA18-3364-54312E3009C9}"/>
          </ac:spMkLst>
        </pc:spChg>
      </pc:sldChg>
      <pc:sldChg chg="modSp new del">
        <pc:chgData name="Joren Vandewalle" userId="5e8f58f2-ed69-49a2-b494-4d67e9ad3bb0" providerId="ADAL" clId="{AB5EFA4C-2255-420E-BE2E-5B6B806D7900}" dt="2025-12-17T08:15:50.589" v="732" actId="47"/>
        <pc:sldMkLst>
          <pc:docMk/>
          <pc:sldMk cId="4091347177" sldId="261"/>
        </pc:sldMkLst>
        <pc:spChg chg="mod">
          <ac:chgData name="Joren Vandewalle" userId="5e8f58f2-ed69-49a2-b494-4d67e9ad3bb0" providerId="ADAL" clId="{AB5EFA4C-2255-420E-BE2E-5B6B806D7900}" dt="2025-12-17T08:01:42.979" v="564"/>
          <ac:spMkLst>
            <pc:docMk/>
            <pc:sldMk cId="4091347177" sldId="261"/>
            <ac:spMk id="2" creationId="{F127A64F-A7AD-90E4-7711-B7E69B65F372}"/>
          </ac:spMkLst>
        </pc:spChg>
        <pc:spChg chg="mod">
          <ac:chgData name="Joren Vandewalle" userId="5e8f58f2-ed69-49a2-b494-4d67e9ad3bb0" providerId="ADAL" clId="{AB5EFA4C-2255-420E-BE2E-5B6B806D7900}" dt="2025-12-17T08:01:42.979" v="564"/>
          <ac:spMkLst>
            <pc:docMk/>
            <pc:sldMk cId="4091347177" sldId="261"/>
            <ac:spMk id="3" creationId="{9595902A-5F9A-3DED-35F4-27C16A54045C}"/>
          </ac:spMkLst>
        </pc:spChg>
      </pc:sldChg>
      <pc:sldChg chg="addSp delSp modSp new mod setBg">
        <pc:chgData name="Joren Vandewalle" userId="5e8f58f2-ed69-49a2-b494-4d67e9ad3bb0" providerId="ADAL" clId="{AB5EFA4C-2255-420E-BE2E-5B6B806D7900}" dt="2025-12-17T09:03:46.213" v="1026" actId="26606"/>
        <pc:sldMkLst>
          <pc:docMk/>
          <pc:sldMk cId="4138528495" sldId="261"/>
        </pc:sldMkLst>
        <pc:spChg chg="del">
          <ac:chgData name="Joren Vandewalle" userId="5e8f58f2-ed69-49a2-b494-4d67e9ad3bb0" providerId="ADAL" clId="{AB5EFA4C-2255-420E-BE2E-5B6B806D7900}" dt="2025-12-17T09:02:39.921" v="1006" actId="478"/>
          <ac:spMkLst>
            <pc:docMk/>
            <pc:sldMk cId="4138528495" sldId="261"/>
            <ac:spMk id="2" creationId="{6E66AF50-E86B-4E74-E43B-B218BF7102D6}"/>
          </ac:spMkLst>
        </pc:spChg>
        <pc:spChg chg="del mod">
          <ac:chgData name="Joren Vandewalle" userId="5e8f58f2-ed69-49a2-b494-4d67e9ad3bb0" providerId="ADAL" clId="{AB5EFA4C-2255-420E-BE2E-5B6B806D7900}" dt="2025-12-17T09:02:36.271" v="1004" actId="478"/>
          <ac:spMkLst>
            <pc:docMk/>
            <pc:sldMk cId="4138528495" sldId="261"/>
            <ac:spMk id="3" creationId="{1212C491-1121-9D67-9B42-3BF100B302EF}"/>
          </ac:spMkLst>
        </pc:spChg>
        <pc:spChg chg="del">
          <ac:chgData name="Joren Vandewalle" userId="5e8f58f2-ed69-49a2-b494-4d67e9ad3bb0" providerId="ADAL" clId="{AB5EFA4C-2255-420E-BE2E-5B6B806D7900}" dt="2025-12-17T09:02:38.276" v="1005" actId="478"/>
          <ac:spMkLst>
            <pc:docMk/>
            <pc:sldMk cId="4138528495" sldId="261"/>
            <ac:spMk id="4" creationId="{C4CF0BFA-C2C0-AC23-9A07-90B7C98ABC1F}"/>
          </ac:spMkLst>
        </pc:spChg>
        <pc:spChg chg="add del">
          <ac:chgData name="Joren Vandewalle" userId="5e8f58f2-ed69-49a2-b494-4d67e9ad3bb0" providerId="ADAL" clId="{AB5EFA4C-2255-420E-BE2E-5B6B806D7900}" dt="2025-12-17T09:03:19.393" v="1015" actId="26606"/>
          <ac:spMkLst>
            <pc:docMk/>
            <pc:sldMk cId="4138528495" sldId="261"/>
            <ac:spMk id="13" creationId="{80506ED4-32CD-43AB-B344-A53FEC3B806C}"/>
          </ac:spMkLst>
        </pc:spChg>
        <pc:spChg chg="add">
          <ac:chgData name="Joren Vandewalle" userId="5e8f58f2-ed69-49a2-b494-4d67e9ad3bb0" providerId="ADAL" clId="{AB5EFA4C-2255-420E-BE2E-5B6B806D7900}" dt="2025-12-17T09:03:46.213" v="1026" actId="26606"/>
          <ac:spMkLst>
            <pc:docMk/>
            <pc:sldMk cId="4138528495" sldId="261"/>
            <ac:spMk id="14" creationId="{80506ED4-32CD-43AB-B344-A53FEC3B806C}"/>
          </ac:spMkLst>
        </pc:spChg>
        <pc:spChg chg="add del">
          <ac:chgData name="Joren Vandewalle" userId="5e8f58f2-ed69-49a2-b494-4d67e9ad3bb0" providerId="ADAL" clId="{AB5EFA4C-2255-420E-BE2E-5B6B806D7900}" dt="2025-12-17T09:03:19.393" v="1015" actId="26606"/>
          <ac:spMkLst>
            <pc:docMk/>
            <pc:sldMk cId="4138528495" sldId="261"/>
            <ac:spMk id="15" creationId="{C990AAD3-E6EC-436A-BA4C-86970DE3DB4A}"/>
          </ac:spMkLst>
        </pc:spChg>
        <pc:spChg chg="add">
          <ac:chgData name="Joren Vandewalle" userId="5e8f58f2-ed69-49a2-b494-4d67e9ad3bb0" providerId="ADAL" clId="{AB5EFA4C-2255-420E-BE2E-5B6B806D7900}" dt="2025-12-17T09:03:46.213" v="1026" actId="26606"/>
          <ac:spMkLst>
            <pc:docMk/>
            <pc:sldMk cId="4138528495" sldId="261"/>
            <ac:spMk id="16" creationId="{C990AAD3-E6EC-436A-BA4C-86970DE3DB4A}"/>
          </ac:spMkLst>
        </pc:spChg>
        <pc:spChg chg="add del">
          <ac:chgData name="Joren Vandewalle" userId="5e8f58f2-ed69-49a2-b494-4d67e9ad3bb0" providerId="ADAL" clId="{AB5EFA4C-2255-420E-BE2E-5B6B806D7900}" dt="2025-12-17T09:03:19.393" v="1015" actId="26606"/>
          <ac:spMkLst>
            <pc:docMk/>
            <pc:sldMk cId="4138528495" sldId="261"/>
            <ac:spMk id="17" creationId="{6A0A1DEB-D8B2-4267-B1E3-DF9903353FB9}"/>
          </ac:spMkLst>
        </pc:spChg>
        <pc:spChg chg="add">
          <ac:chgData name="Joren Vandewalle" userId="5e8f58f2-ed69-49a2-b494-4d67e9ad3bb0" providerId="ADAL" clId="{AB5EFA4C-2255-420E-BE2E-5B6B806D7900}" dt="2025-12-17T09:03:46.213" v="1026" actId="26606"/>
          <ac:spMkLst>
            <pc:docMk/>
            <pc:sldMk cId="4138528495" sldId="261"/>
            <ac:spMk id="18" creationId="{6A0A1DEB-D8B2-4267-B1E3-DF9903353FB9}"/>
          </ac:spMkLst>
        </pc:spChg>
        <pc:spChg chg="add del">
          <ac:chgData name="Joren Vandewalle" userId="5e8f58f2-ed69-49a2-b494-4d67e9ad3bb0" providerId="ADAL" clId="{AB5EFA4C-2255-420E-BE2E-5B6B806D7900}" dt="2025-12-17T09:03:19.393" v="1015" actId="26606"/>
          <ac:spMkLst>
            <pc:docMk/>
            <pc:sldMk cId="4138528495" sldId="261"/>
            <ac:spMk id="19" creationId="{BD039821-71E6-4D14-A6A3-00E340040639}"/>
          </ac:spMkLst>
        </pc:spChg>
        <pc:spChg chg="add del">
          <ac:chgData name="Joren Vandewalle" userId="5e8f58f2-ed69-49a2-b494-4d67e9ad3bb0" providerId="ADAL" clId="{AB5EFA4C-2255-420E-BE2E-5B6B806D7900}" dt="2025-12-17T09:03:19.393" v="1015" actId="26606"/>
          <ac:spMkLst>
            <pc:docMk/>
            <pc:sldMk cId="4138528495" sldId="261"/>
            <ac:spMk id="21" creationId="{8343B04F-B5E0-41BD-BEEA-A4E6B79F2CA7}"/>
          </ac:spMkLst>
        </pc:spChg>
        <pc:spChg chg="add">
          <ac:chgData name="Joren Vandewalle" userId="5e8f58f2-ed69-49a2-b494-4d67e9ad3bb0" providerId="ADAL" clId="{AB5EFA4C-2255-420E-BE2E-5B6B806D7900}" dt="2025-12-17T09:03:46.213" v="1026" actId="26606"/>
          <ac:spMkLst>
            <pc:docMk/>
            <pc:sldMk cId="4138528495" sldId="261"/>
            <ac:spMk id="23" creationId="{BD039821-71E6-4D14-A6A3-00E340040639}"/>
          </ac:spMkLst>
        </pc:spChg>
        <pc:spChg chg="add">
          <ac:chgData name="Joren Vandewalle" userId="5e8f58f2-ed69-49a2-b494-4d67e9ad3bb0" providerId="ADAL" clId="{AB5EFA4C-2255-420E-BE2E-5B6B806D7900}" dt="2025-12-17T09:03:46.213" v="1026" actId="26606"/>
          <ac:spMkLst>
            <pc:docMk/>
            <pc:sldMk cId="4138528495" sldId="261"/>
            <ac:spMk id="25" creationId="{8343B04F-B5E0-41BD-BEEA-A4E6B79F2CA7}"/>
          </ac:spMkLst>
        </pc:spChg>
        <pc:picChg chg="add del mod">
          <ac:chgData name="Joren Vandewalle" userId="5e8f58f2-ed69-49a2-b494-4d67e9ad3bb0" providerId="ADAL" clId="{AB5EFA4C-2255-420E-BE2E-5B6B806D7900}" dt="2025-12-17T09:03:21.089" v="1018" actId="22"/>
          <ac:picMkLst>
            <pc:docMk/>
            <pc:sldMk cId="4138528495" sldId="261"/>
            <ac:picMk id="6" creationId="{72237966-13B8-B692-14A4-EEF127286CC5}"/>
          </ac:picMkLst>
        </pc:picChg>
        <pc:picChg chg="add del mod">
          <ac:chgData name="Joren Vandewalle" userId="5e8f58f2-ed69-49a2-b494-4d67e9ad3bb0" providerId="ADAL" clId="{AB5EFA4C-2255-420E-BE2E-5B6B806D7900}" dt="2025-12-17T09:03:19.686" v="1016" actId="22"/>
          <ac:picMkLst>
            <pc:docMk/>
            <pc:sldMk cId="4138528495" sldId="261"/>
            <ac:picMk id="8" creationId="{C0FD886C-1F9C-6A38-EE93-D1CAB10FCB92}"/>
          </ac:picMkLst>
        </pc:picChg>
        <pc:picChg chg="add mod ord">
          <ac:chgData name="Joren Vandewalle" userId="5e8f58f2-ed69-49a2-b494-4d67e9ad3bb0" providerId="ADAL" clId="{AB5EFA4C-2255-420E-BE2E-5B6B806D7900}" dt="2025-12-17T09:03:46.213" v="1026" actId="26606"/>
          <ac:picMkLst>
            <pc:docMk/>
            <pc:sldMk cId="4138528495" sldId="261"/>
            <ac:picMk id="10" creationId="{BF99306D-3699-61D6-5BE3-594409FBC3F7}"/>
          </ac:picMkLst>
        </pc:picChg>
        <pc:picChg chg="add mod">
          <ac:chgData name="Joren Vandewalle" userId="5e8f58f2-ed69-49a2-b494-4d67e9ad3bb0" providerId="ADAL" clId="{AB5EFA4C-2255-420E-BE2E-5B6B806D7900}" dt="2025-12-17T09:03:46.213" v="1026" actId="26606"/>
          <ac:picMkLst>
            <pc:docMk/>
            <pc:sldMk cId="4138528495" sldId="261"/>
            <ac:picMk id="12" creationId="{491A7E6F-91DF-8A10-9FB9-98DB35DAA133}"/>
          </ac:picMkLst>
        </pc:picChg>
      </pc:sldChg>
      <pc:sldChg chg="new del">
        <pc:chgData name="Joren Vandewalle" userId="5e8f58f2-ed69-49a2-b494-4d67e9ad3bb0" providerId="ADAL" clId="{AB5EFA4C-2255-420E-BE2E-5B6B806D7900}" dt="2025-12-17T08:15:48.109" v="731" actId="47"/>
        <pc:sldMkLst>
          <pc:docMk/>
          <pc:sldMk cId="174383197" sldId="262"/>
        </pc:sldMkLst>
      </pc:sldChg>
      <pc:sldChg chg="addSp delSp modSp add del mod setBg modClrScheme delDesignElem chgLayout">
        <pc:chgData name="Joren Vandewalle" userId="5e8f58f2-ed69-49a2-b494-4d67e9ad3bb0" providerId="ADAL" clId="{AB5EFA4C-2255-420E-BE2E-5B6B806D7900}" dt="2025-12-17T08:06:37.720" v="584" actId="47"/>
        <pc:sldMkLst>
          <pc:docMk/>
          <pc:sldMk cId="3006971352" sldId="262"/>
        </pc:sldMkLst>
        <pc:spChg chg="del">
          <ac:chgData name="Joren Vandewalle" userId="5e8f58f2-ed69-49a2-b494-4d67e9ad3bb0" providerId="ADAL" clId="{AB5EFA4C-2255-420E-BE2E-5B6B806D7900}" dt="2025-12-17T08:04:38.400" v="572" actId="478"/>
          <ac:spMkLst>
            <pc:docMk/>
            <pc:sldMk cId="3006971352" sldId="262"/>
            <ac:spMk id="2" creationId="{0BFA4C6C-A640-6023-0378-22E843E363FE}"/>
          </ac:spMkLst>
        </pc:spChg>
        <pc:spChg chg="del">
          <ac:chgData name="Joren Vandewalle" userId="5e8f58f2-ed69-49a2-b494-4d67e9ad3bb0" providerId="ADAL" clId="{AB5EFA4C-2255-420E-BE2E-5B6B806D7900}" dt="2025-12-17T08:04:50.107" v="574" actId="478"/>
          <ac:spMkLst>
            <pc:docMk/>
            <pc:sldMk cId="3006971352" sldId="262"/>
            <ac:spMk id="3" creationId="{6D6347DB-2A27-9A3C-3426-671ACFDFB73F}"/>
          </ac:spMkLst>
        </pc:spChg>
        <pc:spChg chg="add del mod">
          <ac:chgData name="Joren Vandewalle" userId="5e8f58f2-ed69-49a2-b494-4d67e9ad3bb0" providerId="ADAL" clId="{AB5EFA4C-2255-420E-BE2E-5B6B806D7900}" dt="2025-12-17T08:04:38.400" v="572" actId="478"/>
          <ac:spMkLst>
            <pc:docMk/>
            <pc:sldMk cId="3006971352" sldId="262"/>
            <ac:spMk id="6" creationId="{CDD5449E-384E-955C-9A95-B9C5BC74CD4D}"/>
          </ac:spMkLst>
        </pc:spChg>
        <pc:spChg chg="add del mod">
          <ac:chgData name="Joren Vandewalle" userId="5e8f58f2-ed69-49a2-b494-4d67e9ad3bb0" providerId="ADAL" clId="{AB5EFA4C-2255-420E-BE2E-5B6B806D7900}" dt="2025-12-17T08:04:44.509" v="573" actId="478"/>
          <ac:spMkLst>
            <pc:docMk/>
            <pc:sldMk cId="3006971352" sldId="262"/>
            <ac:spMk id="8" creationId="{4EEAE8E8-0434-68E3-911F-13AC694EAF0E}"/>
          </ac:spMkLst>
        </pc:spChg>
        <pc:spChg chg="add del mod">
          <ac:chgData name="Joren Vandewalle" userId="5e8f58f2-ed69-49a2-b494-4d67e9ad3bb0" providerId="ADAL" clId="{AB5EFA4C-2255-420E-BE2E-5B6B806D7900}" dt="2025-12-17T08:04:54.530" v="575" actId="478"/>
          <ac:spMkLst>
            <pc:docMk/>
            <pc:sldMk cId="3006971352" sldId="262"/>
            <ac:spMk id="10" creationId="{9CEA6D4A-DE92-F1F6-D840-0D6DCF833D51}"/>
          </ac:spMkLst>
        </pc:spChg>
        <pc:spChg chg="add del mod ord">
          <ac:chgData name="Joren Vandewalle" userId="5e8f58f2-ed69-49a2-b494-4d67e9ad3bb0" providerId="ADAL" clId="{AB5EFA4C-2255-420E-BE2E-5B6B806D7900}" dt="2025-12-17T08:06:28.931" v="583" actId="478"/>
          <ac:spMkLst>
            <pc:docMk/>
            <pc:sldMk cId="3006971352" sldId="262"/>
            <ac:spMk id="11" creationId="{A4859AA1-42D3-BD6E-E162-6D27C221A17C}"/>
          </ac:spMkLst>
        </pc:spChg>
        <pc:spChg chg="add del mod ord">
          <ac:chgData name="Joren Vandewalle" userId="5e8f58f2-ed69-49a2-b494-4d67e9ad3bb0" providerId="ADAL" clId="{AB5EFA4C-2255-420E-BE2E-5B6B806D7900}" dt="2025-12-17T08:06:22.188" v="581" actId="700"/>
          <ac:spMkLst>
            <pc:docMk/>
            <pc:sldMk cId="3006971352" sldId="262"/>
            <ac:spMk id="12" creationId="{A390BD34-E480-35D2-C785-BB648C5A09F6}"/>
          </ac:spMkLst>
        </pc:spChg>
        <pc:spChg chg="del">
          <ac:chgData name="Joren Vandewalle" userId="5e8f58f2-ed69-49a2-b494-4d67e9ad3bb0" providerId="ADAL" clId="{AB5EFA4C-2255-420E-BE2E-5B6B806D7900}" dt="2025-12-17T08:04:31.221" v="566"/>
          <ac:spMkLst>
            <pc:docMk/>
            <pc:sldMk cId="3006971352" sldId="262"/>
            <ac:spMk id="25" creationId="{EDF47832-0BF3-2223-BC3D-B140EFB34804}"/>
          </ac:spMkLst>
        </pc:spChg>
        <pc:spChg chg="del">
          <ac:chgData name="Joren Vandewalle" userId="5e8f58f2-ed69-49a2-b494-4d67e9ad3bb0" providerId="ADAL" clId="{AB5EFA4C-2255-420E-BE2E-5B6B806D7900}" dt="2025-12-17T08:04:31.221" v="566"/>
          <ac:spMkLst>
            <pc:docMk/>
            <pc:sldMk cId="3006971352" sldId="262"/>
            <ac:spMk id="29" creationId="{674B3743-5675-78B8-5038-C5B50EDB35D9}"/>
          </ac:spMkLst>
        </pc:spChg>
        <pc:spChg chg="del">
          <ac:chgData name="Joren Vandewalle" userId="5e8f58f2-ed69-49a2-b494-4d67e9ad3bb0" providerId="ADAL" clId="{AB5EFA4C-2255-420E-BE2E-5B6B806D7900}" dt="2025-12-17T08:04:31.221" v="566"/>
          <ac:spMkLst>
            <pc:docMk/>
            <pc:sldMk cId="3006971352" sldId="262"/>
            <ac:spMk id="31" creationId="{1B6575BB-912D-ECC2-C2F6-AA5BB30769B4}"/>
          </ac:spMkLst>
        </pc:spChg>
        <pc:picChg chg="add del mod">
          <ac:chgData name="Joren Vandewalle" userId="5e8f58f2-ed69-49a2-b494-4d67e9ad3bb0" providerId="ADAL" clId="{AB5EFA4C-2255-420E-BE2E-5B6B806D7900}" dt="2025-12-17T08:04:38.400" v="572" actId="478"/>
          <ac:picMkLst>
            <pc:docMk/>
            <pc:sldMk cId="3006971352" sldId="262"/>
            <ac:picMk id="4" creationId="{EBA42C99-5F3C-8AEE-973E-DBFD1FBCF956}"/>
          </ac:picMkLst>
        </pc:picChg>
        <pc:picChg chg="del">
          <ac:chgData name="Joren Vandewalle" userId="5e8f58f2-ed69-49a2-b494-4d67e9ad3bb0" providerId="ADAL" clId="{AB5EFA4C-2255-420E-BE2E-5B6B806D7900}" dt="2025-12-17T08:04:55.884" v="576" actId="478"/>
          <ac:picMkLst>
            <pc:docMk/>
            <pc:sldMk cId="3006971352" sldId="262"/>
            <ac:picMk id="5" creationId="{1E68A165-BBBE-677E-4E07-0AB8DAFB1CA8}"/>
          </ac:picMkLst>
        </pc:picChg>
        <pc:cxnChg chg="del">
          <ac:chgData name="Joren Vandewalle" userId="5e8f58f2-ed69-49a2-b494-4d67e9ad3bb0" providerId="ADAL" clId="{AB5EFA4C-2255-420E-BE2E-5B6B806D7900}" dt="2025-12-17T08:04:31.221" v="566"/>
          <ac:cxnSpMkLst>
            <pc:docMk/>
            <pc:sldMk cId="3006971352" sldId="262"/>
            <ac:cxnSpMk id="27" creationId="{C1A757B5-3A62-DF49-B19F-22DC3DB1AF3B}"/>
          </ac:cxnSpMkLst>
        </pc:cxnChg>
      </pc:sldChg>
      <pc:sldChg chg="delSp add del setBg delDesignElem">
        <pc:chgData name="Joren Vandewalle" userId="5e8f58f2-ed69-49a2-b494-4d67e9ad3bb0" providerId="ADAL" clId="{AB5EFA4C-2255-420E-BE2E-5B6B806D7900}" dt="2025-12-17T08:06:37.720" v="584" actId="47"/>
        <pc:sldMkLst>
          <pc:docMk/>
          <pc:sldMk cId="1860994118" sldId="263"/>
        </pc:sldMkLst>
        <pc:spChg chg="del">
          <ac:chgData name="Joren Vandewalle" userId="5e8f58f2-ed69-49a2-b494-4d67e9ad3bb0" providerId="ADAL" clId="{AB5EFA4C-2255-420E-BE2E-5B6B806D7900}" dt="2025-12-17T08:04:31.884" v="568"/>
          <ac:spMkLst>
            <pc:docMk/>
            <pc:sldMk cId="1860994118" sldId="263"/>
            <ac:spMk id="25" creationId="{A2EA9253-E45E-7D3F-8A22-5E42DA131E0F}"/>
          </ac:spMkLst>
        </pc:spChg>
        <pc:spChg chg="del">
          <ac:chgData name="Joren Vandewalle" userId="5e8f58f2-ed69-49a2-b494-4d67e9ad3bb0" providerId="ADAL" clId="{AB5EFA4C-2255-420E-BE2E-5B6B806D7900}" dt="2025-12-17T08:04:31.884" v="568"/>
          <ac:spMkLst>
            <pc:docMk/>
            <pc:sldMk cId="1860994118" sldId="263"/>
            <ac:spMk id="29" creationId="{47E2A0AA-5667-A6EF-74BC-8C2DB9F680EF}"/>
          </ac:spMkLst>
        </pc:spChg>
        <pc:spChg chg="del">
          <ac:chgData name="Joren Vandewalle" userId="5e8f58f2-ed69-49a2-b494-4d67e9ad3bb0" providerId="ADAL" clId="{AB5EFA4C-2255-420E-BE2E-5B6B806D7900}" dt="2025-12-17T08:04:31.884" v="568"/>
          <ac:spMkLst>
            <pc:docMk/>
            <pc:sldMk cId="1860994118" sldId="263"/>
            <ac:spMk id="31" creationId="{B9C86B23-40FC-5138-7CF3-C3B64E2B0216}"/>
          </ac:spMkLst>
        </pc:spChg>
        <pc:cxnChg chg="del">
          <ac:chgData name="Joren Vandewalle" userId="5e8f58f2-ed69-49a2-b494-4d67e9ad3bb0" providerId="ADAL" clId="{AB5EFA4C-2255-420E-BE2E-5B6B806D7900}" dt="2025-12-17T08:04:31.884" v="568"/>
          <ac:cxnSpMkLst>
            <pc:docMk/>
            <pc:sldMk cId="1860994118" sldId="263"/>
            <ac:cxnSpMk id="27" creationId="{59C6838E-7FE5-2B01-502F-9D59CCA60240}"/>
          </ac:cxnSpMkLst>
        </pc:cxnChg>
      </pc:sldChg>
      <pc:sldChg chg="delSp add del setBg delDesignElem">
        <pc:chgData name="Joren Vandewalle" userId="5e8f58f2-ed69-49a2-b494-4d67e9ad3bb0" providerId="ADAL" clId="{AB5EFA4C-2255-420E-BE2E-5B6B806D7900}" dt="2025-12-17T08:06:37.720" v="584" actId="47"/>
        <pc:sldMkLst>
          <pc:docMk/>
          <pc:sldMk cId="2178977893" sldId="264"/>
        </pc:sldMkLst>
        <pc:spChg chg="del">
          <ac:chgData name="Joren Vandewalle" userId="5e8f58f2-ed69-49a2-b494-4d67e9ad3bb0" providerId="ADAL" clId="{AB5EFA4C-2255-420E-BE2E-5B6B806D7900}" dt="2025-12-17T08:04:32.464" v="570"/>
          <ac:spMkLst>
            <pc:docMk/>
            <pc:sldMk cId="2178977893" sldId="264"/>
            <ac:spMk id="25" creationId="{0724FF9D-D543-BDDC-234D-7D15816D6AC8}"/>
          </ac:spMkLst>
        </pc:spChg>
        <pc:spChg chg="del">
          <ac:chgData name="Joren Vandewalle" userId="5e8f58f2-ed69-49a2-b494-4d67e9ad3bb0" providerId="ADAL" clId="{AB5EFA4C-2255-420E-BE2E-5B6B806D7900}" dt="2025-12-17T08:04:32.464" v="570"/>
          <ac:spMkLst>
            <pc:docMk/>
            <pc:sldMk cId="2178977893" sldId="264"/>
            <ac:spMk id="29" creationId="{7DF5A4FC-16C5-FB1F-6B8F-1A28DD4E5237}"/>
          </ac:spMkLst>
        </pc:spChg>
        <pc:spChg chg="del">
          <ac:chgData name="Joren Vandewalle" userId="5e8f58f2-ed69-49a2-b494-4d67e9ad3bb0" providerId="ADAL" clId="{AB5EFA4C-2255-420E-BE2E-5B6B806D7900}" dt="2025-12-17T08:04:32.464" v="570"/>
          <ac:spMkLst>
            <pc:docMk/>
            <pc:sldMk cId="2178977893" sldId="264"/>
            <ac:spMk id="31" creationId="{1DF3A3B7-380B-01D3-0CB8-2B2AC5443FD9}"/>
          </ac:spMkLst>
        </pc:spChg>
        <pc:cxnChg chg="del">
          <ac:chgData name="Joren Vandewalle" userId="5e8f58f2-ed69-49a2-b494-4d67e9ad3bb0" providerId="ADAL" clId="{AB5EFA4C-2255-420E-BE2E-5B6B806D7900}" dt="2025-12-17T08:04:32.464" v="570"/>
          <ac:cxnSpMkLst>
            <pc:docMk/>
            <pc:sldMk cId="2178977893" sldId="264"/>
            <ac:cxnSpMk id="27" creationId="{005B37E2-49E3-B66D-1588-33B47CBC92E2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BE"/>
          </a:p>
        </p:txBody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BE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nl-NL"/>
              <a:t>Klikken om de ondertitelstijl van het model te bewerken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7F264-55D8-4487-B4EF-92BB0622A432}" type="datetimeFigureOut">
              <a:rPr lang="nl-BE" smtClean="0"/>
              <a:t>17/12/2025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0EC74-5D9D-4DC4-9DB4-166B6A153A0B}" type="slidenum">
              <a:rPr lang="nl-BE" smtClean="0"/>
              <a:t>‹nr.›</a:t>
            </a:fld>
            <a:endParaRPr lang="nl-BE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65726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7F264-55D8-4487-B4EF-92BB0622A432}" type="datetimeFigureOut">
              <a:rPr lang="nl-BE" smtClean="0"/>
              <a:t>17/12/2025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0EC74-5D9D-4DC4-9DB4-166B6A153A0B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8080069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ekop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7F264-55D8-4487-B4EF-92BB0622A432}" type="datetimeFigureOut">
              <a:rPr lang="nl-BE" smtClean="0"/>
              <a:t>17/12/2025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0EC74-5D9D-4DC4-9DB4-166B6A153A0B}" type="slidenum">
              <a:rPr lang="nl-BE" smtClean="0"/>
              <a:t>‹nr.›</a:t>
            </a:fld>
            <a:endParaRPr lang="nl-BE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15038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7F264-55D8-4487-B4EF-92BB0622A432}" type="datetimeFigureOut">
              <a:rPr lang="nl-BE" smtClean="0"/>
              <a:t>17/12/2025</a:t>
            </a:fld>
            <a:endParaRPr 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0EC74-5D9D-4DC4-9DB4-166B6A153A0B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6311839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7F264-55D8-4487-B4EF-92BB0622A432}" type="datetimeFigureOut">
              <a:rPr lang="nl-BE" smtClean="0"/>
              <a:t>17/12/2025</a:t>
            </a:fld>
            <a:endParaRPr lang="nl-B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0EC74-5D9D-4DC4-9DB4-166B6A153A0B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724559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7F264-55D8-4487-B4EF-92BB0622A432}" type="datetimeFigureOut">
              <a:rPr lang="nl-BE" smtClean="0"/>
              <a:t>17/12/2025</a:t>
            </a:fld>
            <a:endParaRPr lang="nl-B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0EC74-5D9D-4DC4-9DB4-166B6A153A0B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6042168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7F264-55D8-4487-B4EF-92BB0622A432}" type="datetimeFigureOut">
              <a:rPr lang="nl-BE" smtClean="0"/>
              <a:t>17/12/2025</a:t>
            </a:fld>
            <a:endParaRPr lang="nl-B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nl-B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0EC74-5D9D-4DC4-9DB4-166B6A153A0B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678125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E417F264-55D8-4487-B4EF-92BB0622A432}" type="datetimeFigureOut">
              <a:rPr lang="nl-BE" smtClean="0"/>
              <a:t>17/12/2025</a:t>
            </a:fld>
            <a:endParaRPr 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nl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FA0EC74-5D9D-4DC4-9DB4-166B6A153A0B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411391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7F264-55D8-4487-B4EF-92BB0622A432}" type="datetimeFigureOut">
              <a:rPr lang="nl-BE" smtClean="0"/>
              <a:t>17/12/2025</a:t>
            </a:fld>
            <a:endParaRPr 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0EC74-5D9D-4DC4-9DB4-166B6A153A0B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5246922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7F264-55D8-4487-B4EF-92BB0622A432}" type="datetimeFigureOut">
              <a:rPr lang="nl-BE" smtClean="0"/>
              <a:t>17/12/2025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0EC74-5D9D-4DC4-9DB4-166B6A153A0B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8239274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7F264-55D8-4487-B4EF-92BB0622A432}" type="datetimeFigureOut">
              <a:rPr lang="nl-BE" smtClean="0"/>
              <a:t>17/12/2025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0EC74-5D9D-4DC4-9DB4-166B6A153A0B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881551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BE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BE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E417F264-55D8-4487-B4EF-92BB0622A432}" type="datetimeFigureOut">
              <a:rPr lang="nl-BE" smtClean="0"/>
              <a:t>17/12/2025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BFA0EC74-5D9D-4DC4-9DB4-166B6A153A0B}" type="slidenum">
              <a:rPr lang="nl-BE" smtClean="0"/>
              <a:t>‹nr.›</a:t>
            </a:fld>
            <a:endParaRPr lang="nl-BE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7841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DD1E8EB-9BD2-23F5-8B17-E05B33E186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BE" dirty="0" err="1"/>
              <a:t>EdgeAI</a:t>
            </a:r>
            <a:r>
              <a:rPr lang="nl-BE" dirty="0"/>
              <a:t> </a:t>
            </a:r>
            <a:r>
              <a:rPr lang="nl-BE" dirty="0" err="1"/>
              <a:t>Musicgen</a:t>
            </a:r>
            <a:endParaRPr lang="nl-BE" dirty="0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3400E2B2-990D-A92E-2738-3A565329EA2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BE" dirty="0"/>
              <a:t>Joren Vandewalle</a:t>
            </a:r>
          </a:p>
        </p:txBody>
      </p:sp>
    </p:spTree>
    <p:extLst>
      <p:ext uri="{BB962C8B-B14F-4D97-AF65-F5344CB8AC3E}">
        <p14:creationId xmlns:p14="http://schemas.microsoft.com/office/powerpoint/2010/main" val="12363401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8219C8B-8EC7-A5A2-496E-745E00E91D3F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502650" y="2198688"/>
            <a:ext cx="3689350" cy="36703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BE" dirty="0" err="1"/>
              <a:t>Musicgen</a:t>
            </a:r>
            <a:r>
              <a:rPr lang="nl-BE" dirty="0"/>
              <a:t>: Tekst naar muziek</a:t>
            </a:r>
          </a:p>
          <a:p>
            <a:pPr marL="0" indent="0">
              <a:buNone/>
            </a:pPr>
            <a:r>
              <a:rPr lang="nl-BE" dirty="0" err="1"/>
              <a:t>Demucs</a:t>
            </a:r>
            <a:r>
              <a:rPr lang="nl-BE" dirty="0"/>
              <a:t>: Audio splitsen</a:t>
            </a:r>
          </a:p>
          <a:p>
            <a:pPr marL="0" indent="0">
              <a:buNone/>
            </a:pPr>
            <a:r>
              <a:rPr lang="nl-BE" dirty="0" err="1"/>
              <a:t>Gradio</a:t>
            </a:r>
            <a:r>
              <a:rPr lang="nl-BE" dirty="0"/>
              <a:t> app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FB0875B-2F9D-EC47-D45F-E4E17263C4A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502650" y="640081"/>
            <a:ext cx="3689350" cy="1450975"/>
          </a:xfrm>
        </p:spPr>
        <p:txBody>
          <a:bodyPr>
            <a:normAutofit/>
          </a:bodyPr>
          <a:lstStyle/>
          <a:p>
            <a:r>
              <a:rPr lang="nl-BE" dirty="0"/>
              <a:t>Wat heb ik gebouwd?</a:t>
            </a:r>
          </a:p>
        </p:txBody>
      </p:sp>
      <p:pic>
        <p:nvPicPr>
          <p:cNvPr id="5" name="Afbeelding 4" descr="Afbeelding met tekst, schermopname, software, Multimediasoftware&#10;&#10;Door AI gegenereerde inhoud is mogelijk onjuist.">
            <a:extLst>
              <a:ext uri="{FF2B5EF4-FFF2-40B4-BE49-F238E27FC236}">
                <a16:creationId xmlns:a16="http://schemas.microsoft.com/office/drawing/2014/main" id="{325ABBD7-60C8-0D95-AD99-5BA5CFCCA60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39" r="3" b="3"/>
          <a:stretch>
            <a:fillRect/>
          </a:stretch>
        </p:blipFill>
        <p:spPr>
          <a:xfrm>
            <a:off x="633999" y="640081"/>
            <a:ext cx="6909801" cy="5314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6881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E1228C2-1613-5A3E-5133-98442F83CE8E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9270874" y="1858014"/>
            <a:ext cx="2079625" cy="917575"/>
          </a:xfrm>
        </p:spPr>
        <p:txBody>
          <a:bodyPr>
            <a:normAutofit/>
          </a:bodyPr>
          <a:lstStyle/>
          <a:p>
            <a:pPr algn="ctr"/>
            <a:r>
              <a:rPr lang="nl-BE" dirty="0"/>
              <a:t>Docker</a:t>
            </a:r>
          </a:p>
          <a:p>
            <a:pPr algn="ctr"/>
            <a:r>
              <a:rPr lang="nl-BE" dirty="0"/>
              <a:t>GitHub Actions</a:t>
            </a:r>
          </a:p>
          <a:p>
            <a:pPr algn="ctr"/>
            <a:endParaRPr lang="nl-B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A7BBAC2-6C16-211E-45DE-581F4F5250D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673350" y="-55274"/>
            <a:ext cx="6845300" cy="1194127"/>
          </a:xfrm>
        </p:spPr>
        <p:txBody>
          <a:bodyPr>
            <a:normAutofit/>
          </a:bodyPr>
          <a:lstStyle/>
          <a:p>
            <a:pPr algn="ctr"/>
            <a:r>
              <a:rPr lang="nl-BE" dirty="0"/>
              <a:t>Technieken</a:t>
            </a:r>
          </a:p>
        </p:txBody>
      </p:sp>
      <p:pic>
        <p:nvPicPr>
          <p:cNvPr id="1026" name="Picture 2" descr="GitHub - facebookresearch/audiocraft: Audiocraft is a library for audio  processing and generation with deep learning. It features the  state-of-the-art EnCodec audio compressor / tokenizer, along with MusicGen,  a simple and controllable music">
            <a:extLst>
              <a:ext uri="{FF2B5EF4-FFF2-40B4-BE49-F238E27FC236}">
                <a16:creationId xmlns:a16="http://schemas.microsoft.com/office/drawing/2014/main" id="{D67A5DBE-ECB4-E46D-2F59-E43292FFD2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12073" y="3052773"/>
            <a:ext cx="3167852" cy="1583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GitHub Actions">
            <a:extLst>
              <a:ext uri="{FF2B5EF4-FFF2-40B4-BE49-F238E27FC236}">
                <a16:creationId xmlns:a16="http://schemas.microsoft.com/office/drawing/2014/main" id="{16CAD79D-9B0B-B2D9-34C4-D365460DB2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755483" y="3022401"/>
            <a:ext cx="3110409" cy="1599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gradio · PyPI">
            <a:extLst>
              <a:ext uri="{FF2B5EF4-FFF2-40B4-BE49-F238E27FC236}">
                <a16:creationId xmlns:a16="http://schemas.microsoft.com/office/drawing/2014/main" id="{C7D48811-B0A1-9C7F-98AC-C0E4193079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05436" y="3287299"/>
            <a:ext cx="3446682" cy="1194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jdelijke aanduiding voor inhoud 2">
            <a:extLst>
              <a:ext uri="{FF2B5EF4-FFF2-40B4-BE49-F238E27FC236}">
                <a16:creationId xmlns:a16="http://schemas.microsoft.com/office/drawing/2014/main" id="{377527B7-F67B-CFE6-3DCA-FE130EA807F8}"/>
              </a:ext>
            </a:extLst>
          </p:cNvPr>
          <p:cNvSpPr txBox="1">
            <a:spLocks/>
          </p:cNvSpPr>
          <p:nvPr/>
        </p:nvSpPr>
        <p:spPr>
          <a:xfrm>
            <a:off x="4431133" y="1858647"/>
            <a:ext cx="3329733" cy="1194126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BE" dirty="0"/>
              <a:t>Meta </a:t>
            </a:r>
            <a:r>
              <a:rPr lang="nl-BE" dirty="0" err="1"/>
              <a:t>MusicGen</a:t>
            </a:r>
            <a:r>
              <a:rPr lang="nl-BE" dirty="0"/>
              <a:t> en </a:t>
            </a:r>
            <a:r>
              <a:rPr lang="nl-BE" dirty="0" err="1"/>
              <a:t>Demucs</a:t>
            </a:r>
            <a:endParaRPr lang="nl-BE" dirty="0"/>
          </a:p>
          <a:p>
            <a:pPr algn="ctr"/>
            <a:r>
              <a:rPr lang="nl-BE" dirty="0" err="1"/>
              <a:t>PyTorch</a:t>
            </a:r>
            <a:r>
              <a:rPr lang="nl-BE" dirty="0"/>
              <a:t> + CUDA </a:t>
            </a:r>
          </a:p>
          <a:p>
            <a:pPr marL="0" indent="0" algn="ctr">
              <a:buNone/>
            </a:pPr>
            <a:endParaRPr lang="nl-BE" dirty="0"/>
          </a:p>
        </p:txBody>
      </p:sp>
      <p:sp>
        <p:nvSpPr>
          <p:cNvPr id="6" name="Tijdelijke aanduiding voor inhoud 2">
            <a:extLst>
              <a:ext uri="{FF2B5EF4-FFF2-40B4-BE49-F238E27FC236}">
                <a16:creationId xmlns:a16="http://schemas.microsoft.com/office/drawing/2014/main" id="{574D7DAF-BF55-7643-A8DB-DFF70FD6BFEE}"/>
              </a:ext>
            </a:extLst>
          </p:cNvPr>
          <p:cNvSpPr txBox="1">
            <a:spLocks/>
          </p:cNvSpPr>
          <p:nvPr/>
        </p:nvSpPr>
        <p:spPr>
          <a:xfrm>
            <a:off x="1242646" y="1858647"/>
            <a:ext cx="1972262" cy="1030029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BE" dirty="0"/>
              <a:t>Python 3.9</a:t>
            </a:r>
          </a:p>
          <a:p>
            <a:pPr algn="ctr"/>
            <a:r>
              <a:rPr lang="nl-BE" dirty="0" err="1"/>
              <a:t>Gradio</a:t>
            </a:r>
            <a:r>
              <a:rPr lang="nl-BE" dirty="0"/>
              <a:t> voor ui</a:t>
            </a:r>
          </a:p>
          <a:p>
            <a:pPr algn="ctr"/>
            <a:endParaRPr lang="nl-BE" dirty="0"/>
          </a:p>
          <a:p>
            <a:pPr algn="ctr"/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4391930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Tijdelijke aanduiding voor inhoud 6" descr="Afbeelding met tekst, diagram, Plan, schermopname&#10;&#10;Door AI gegenereerde inhoud is mogelijk onjuist.">
            <a:extLst>
              <a:ext uri="{FF2B5EF4-FFF2-40B4-BE49-F238E27FC236}">
                <a16:creationId xmlns:a16="http://schemas.microsoft.com/office/drawing/2014/main" id="{F91BEDA6-5A8A-9C68-5ADF-CBC5E27C36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386"/>
          <a:stretch>
            <a:fillRect/>
          </a:stretch>
        </p:blipFill>
        <p:spPr>
          <a:xfrm>
            <a:off x="1120461" y="1417648"/>
            <a:ext cx="9951077" cy="4904190"/>
          </a:xfrm>
          <a:prstGeom prst="rect">
            <a:avLst/>
          </a:prstGeom>
        </p:spPr>
      </p:pic>
      <p:sp>
        <p:nvSpPr>
          <p:cNvPr id="3" name="Titel 1">
            <a:extLst>
              <a:ext uri="{FF2B5EF4-FFF2-40B4-BE49-F238E27FC236}">
                <a16:creationId xmlns:a16="http://schemas.microsoft.com/office/drawing/2014/main" id="{2A9DDAA4-65EB-C3D3-DFA5-1854F7C9E075}"/>
              </a:ext>
            </a:extLst>
          </p:cNvPr>
          <p:cNvSpPr txBox="1">
            <a:spLocks/>
          </p:cNvSpPr>
          <p:nvPr/>
        </p:nvSpPr>
        <p:spPr>
          <a:xfrm>
            <a:off x="2673349" y="-47735"/>
            <a:ext cx="6845300" cy="11677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nl-BE" dirty="0"/>
              <a:t>Architectuur</a:t>
            </a:r>
          </a:p>
        </p:txBody>
      </p:sp>
    </p:spTree>
    <p:extLst>
      <p:ext uri="{BB962C8B-B14F-4D97-AF65-F5344CB8AC3E}">
        <p14:creationId xmlns:p14="http://schemas.microsoft.com/office/powerpoint/2010/main" val="37527362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06485DFF-6921-23E1-A312-003E9CDD5A15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066800" y="1674312"/>
            <a:ext cx="3280611" cy="989013"/>
          </a:xfrm>
        </p:spPr>
        <p:txBody>
          <a:bodyPr/>
          <a:lstStyle/>
          <a:p>
            <a:pPr marL="0" indent="0" algn="ctr">
              <a:buNone/>
            </a:pPr>
            <a:r>
              <a:rPr lang="nl-BE" dirty="0"/>
              <a:t>Linux installatie </a:t>
            </a:r>
            <a:r>
              <a:rPr lang="nl-BE" dirty="0" err="1"/>
              <a:t>Ffmpeg</a:t>
            </a:r>
            <a:r>
              <a:rPr lang="nl-BE" dirty="0"/>
              <a:t> miste mp3 </a:t>
            </a:r>
            <a:r>
              <a:rPr lang="nl-BE" dirty="0" err="1"/>
              <a:t>codecs</a:t>
            </a:r>
            <a:endParaRPr lang="nl-B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98BC40B-1167-E70B-0993-6364E92D670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066800" y="1"/>
            <a:ext cx="10058400" cy="989012"/>
          </a:xfrm>
        </p:spPr>
        <p:txBody>
          <a:bodyPr/>
          <a:lstStyle/>
          <a:p>
            <a:pPr algn="ctr"/>
            <a:r>
              <a:rPr lang="nl-BE" dirty="0"/>
              <a:t>Problemen en oplossingen</a:t>
            </a:r>
          </a:p>
        </p:txBody>
      </p:sp>
      <p:sp>
        <p:nvSpPr>
          <p:cNvPr id="5" name="Tijdelijke aanduiding voor inhoud 2">
            <a:extLst>
              <a:ext uri="{FF2B5EF4-FFF2-40B4-BE49-F238E27FC236}">
                <a16:creationId xmlns:a16="http://schemas.microsoft.com/office/drawing/2014/main" id="{F69DDFF5-3361-AAEA-9B6A-B82EF5BC9626}"/>
              </a:ext>
            </a:extLst>
          </p:cNvPr>
          <p:cNvSpPr txBox="1">
            <a:spLocks/>
          </p:cNvSpPr>
          <p:nvPr/>
        </p:nvSpPr>
        <p:spPr>
          <a:xfrm>
            <a:off x="7523747" y="1674310"/>
            <a:ext cx="3280611" cy="989013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Calibri" panose="020F0502020204030204" pitchFamily="34" charset="0"/>
              <a:buNone/>
            </a:pPr>
            <a:r>
              <a:rPr lang="nl-BE" dirty="0" err="1"/>
              <a:t>Ffmpeg</a:t>
            </a:r>
            <a:r>
              <a:rPr lang="nl-BE" dirty="0"/>
              <a:t> handmatig gecompileerd in aparte </a:t>
            </a:r>
            <a:r>
              <a:rPr lang="nl-BE" dirty="0" err="1"/>
              <a:t>build</a:t>
            </a:r>
            <a:r>
              <a:rPr lang="nl-BE" dirty="0"/>
              <a:t> stage</a:t>
            </a:r>
          </a:p>
        </p:txBody>
      </p:sp>
      <p:sp>
        <p:nvSpPr>
          <p:cNvPr id="6" name="Pijl: rechts 5">
            <a:extLst>
              <a:ext uri="{FF2B5EF4-FFF2-40B4-BE49-F238E27FC236}">
                <a16:creationId xmlns:a16="http://schemas.microsoft.com/office/drawing/2014/main" id="{1F3077FA-D797-A9C2-D8A6-CF9F4B00691D}"/>
              </a:ext>
            </a:extLst>
          </p:cNvPr>
          <p:cNvSpPr/>
          <p:nvPr/>
        </p:nvSpPr>
        <p:spPr>
          <a:xfrm>
            <a:off x="4973051" y="1976310"/>
            <a:ext cx="2053389" cy="38501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7614448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6">
            <a:extLst>
              <a:ext uri="{FF2B5EF4-FFF2-40B4-BE49-F238E27FC236}">
                <a16:creationId xmlns:a16="http://schemas.microsoft.com/office/drawing/2014/main" id="{80506ED4-32CD-43AB-B344-A53FEC3B8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BE"/>
          </a:p>
        </p:txBody>
      </p:sp>
      <p:sp>
        <p:nvSpPr>
          <p:cNvPr id="16" name="Rectangle 18">
            <a:extLst>
              <a:ext uri="{FF2B5EF4-FFF2-40B4-BE49-F238E27FC236}">
                <a16:creationId xmlns:a16="http://schemas.microsoft.com/office/drawing/2014/main" id="{C990AAD3-E6EC-436A-BA4C-86970DE3DB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BE"/>
          </a:p>
        </p:txBody>
      </p:sp>
      <p:sp>
        <p:nvSpPr>
          <p:cNvPr id="18" name="Rectangle 20">
            <a:extLst>
              <a:ext uri="{FF2B5EF4-FFF2-40B4-BE49-F238E27FC236}">
                <a16:creationId xmlns:a16="http://schemas.microsoft.com/office/drawing/2014/main" id="{6A0A1DEB-D8B2-4267-B1E3-DF9903353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D039821-71E6-4D14-A6A3-00E3400406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724" y="457200"/>
            <a:ext cx="11274552" cy="5943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343B04F-B5E0-41BD-BEEA-A4E6B79F2C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2732" y="521208"/>
            <a:ext cx="11146536" cy="58155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Afbeelding 11" descr="Afbeelding met tekst, schermopname, software, Multimediasoftware&#10;&#10;Door AI gegenereerde inhoud is mogelijk onjuist.">
            <a:extLst>
              <a:ext uri="{FF2B5EF4-FFF2-40B4-BE49-F238E27FC236}">
                <a16:creationId xmlns:a16="http://schemas.microsoft.com/office/drawing/2014/main" id="{491A7E6F-91DF-8A10-9FB9-98DB35DAA13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990" r="-1" b="-1"/>
          <a:stretch>
            <a:fillRect/>
          </a:stretch>
        </p:blipFill>
        <p:spPr>
          <a:xfrm>
            <a:off x="842772" y="841248"/>
            <a:ext cx="5092361" cy="5175504"/>
          </a:xfrm>
          <a:prstGeom prst="rect">
            <a:avLst/>
          </a:prstGeom>
        </p:spPr>
      </p:pic>
      <p:pic>
        <p:nvPicPr>
          <p:cNvPr id="10" name="Afbeelding 9" descr="Afbeelding met tekst, schermopname, software, Multimediasoftware&#10;&#10;Door AI gegenereerde inhoud is mogelijk onjuist.">
            <a:extLst>
              <a:ext uri="{FF2B5EF4-FFF2-40B4-BE49-F238E27FC236}">
                <a16:creationId xmlns:a16="http://schemas.microsoft.com/office/drawing/2014/main" id="{BF99306D-3699-61D6-5BE3-594409FBC3F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0710" b="3"/>
          <a:stretch>
            <a:fillRect/>
          </a:stretch>
        </p:blipFill>
        <p:spPr>
          <a:xfrm>
            <a:off x="6255173" y="841248"/>
            <a:ext cx="5092361" cy="5175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528495"/>
      </p:ext>
    </p:extLst>
  </p:cSld>
  <p:clrMapOvr>
    <a:masterClrMapping/>
  </p:clrMapOvr>
</p:sld>
</file>

<file path=ppt/theme/theme1.xml><?xml version="1.0" encoding="utf-8"?>
<a:theme xmlns:a="http://schemas.openxmlformats.org/drawingml/2006/main" name="Terugblik">
  <a:themeElements>
    <a:clrScheme name="Terugblik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Terugblik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rugblik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62734D4891971478B816B747330C94A" ma:contentTypeVersion="14" ma:contentTypeDescription="Een nieuw document maken." ma:contentTypeScope="" ma:versionID="4f569d739d5db7aebd42527da2d97415">
  <xsd:schema xmlns:xsd="http://www.w3.org/2001/XMLSchema" xmlns:xs="http://www.w3.org/2001/XMLSchema" xmlns:p="http://schemas.microsoft.com/office/2006/metadata/properties" xmlns:ns3="7f56e509-dbb5-472b-882b-e910fc7d143e" xmlns:ns4="b05cffd6-489d-4fe5-98df-978b908c11d2" targetNamespace="http://schemas.microsoft.com/office/2006/metadata/properties" ma:root="true" ma:fieldsID="3384d97396a95692cd9f108523cd3639" ns3:_="" ns4:_="">
    <xsd:import namespace="7f56e509-dbb5-472b-882b-e910fc7d143e"/>
    <xsd:import namespace="b05cffd6-489d-4fe5-98df-978b908c11d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SystemTags" minOccurs="0"/>
                <xsd:element ref="ns3:MediaServiceOCR" minOccurs="0"/>
                <xsd:element ref="ns3:MediaServiceSearchProperties" minOccurs="0"/>
                <xsd:element ref="ns3:MediaServiceDateTaken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f56e509-dbb5-472b-882b-e910fc7d143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21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05cffd6-489d-4fe5-98df-978b908c11d2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Hint-hash delen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f56e509-dbb5-472b-882b-e910fc7d143e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014E579-0591-4102-AA01-5B52544DBD8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f56e509-dbb5-472b-882b-e910fc7d143e"/>
    <ds:schemaRef ds:uri="b05cffd6-489d-4fe5-98df-978b908c11d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9020385-E184-426E-8302-CB833A829A9C}">
  <ds:schemaRefs>
    <ds:schemaRef ds:uri="http://purl.org/dc/terms/"/>
    <ds:schemaRef ds:uri="http://schemas.microsoft.com/office/2006/documentManagement/types"/>
    <ds:schemaRef ds:uri="b05cffd6-489d-4fe5-98df-978b908c11d2"/>
    <ds:schemaRef ds:uri="http://purl.org/dc/dcmitype/"/>
    <ds:schemaRef ds:uri="http://schemas.microsoft.com/office/2006/metadata/properties"/>
    <ds:schemaRef ds:uri="http://schemas.microsoft.com/office/infopath/2007/PartnerControls"/>
    <ds:schemaRef ds:uri="http://purl.org/dc/elements/1.1/"/>
    <ds:schemaRef ds:uri="http://schemas.openxmlformats.org/package/2006/metadata/core-properties"/>
    <ds:schemaRef ds:uri="7f56e509-dbb5-472b-882b-e910fc7d143e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65BB5378-881A-412F-B603-FFBEAF0A87C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318</TotalTime>
  <Words>53</Words>
  <Application>Microsoft Office PowerPoint</Application>
  <PresentationFormat>Breedbeeld</PresentationFormat>
  <Paragraphs>17</Paragraphs>
  <Slides>6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2</vt:i4>
      </vt:variant>
      <vt:variant>
        <vt:lpstr>Thema</vt:lpstr>
      </vt:variant>
      <vt:variant>
        <vt:i4>1</vt:i4>
      </vt:variant>
      <vt:variant>
        <vt:lpstr>Diatitels</vt:lpstr>
      </vt:variant>
      <vt:variant>
        <vt:i4>6</vt:i4>
      </vt:variant>
    </vt:vector>
  </HeadingPairs>
  <TitlesOfParts>
    <vt:vector size="9" baseType="lpstr">
      <vt:lpstr>Calibri</vt:lpstr>
      <vt:lpstr>Calibri Light</vt:lpstr>
      <vt:lpstr>Terugblik</vt:lpstr>
      <vt:lpstr>EdgeAI Musicgen</vt:lpstr>
      <vt:lpstr>Wat heb ik gebouwd?</vt:lpstr>
      <vt:lpstr>Technieken</vt:lpstr>
      <vt:lpstr>PowerPoint-presentatie</vt:lpstr>
      <vt:lpstr>Problemen en oplossingen</vt:lpstr>
      <vt:lpstr>PowerPoint-presentatie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Joren Vandewalle</dc:creator>
  <cp:lastModifiedBy>Joren Vandewalle</cp:lastModifiedBy>
  <cp:revision>1</cp:revision>
  <dcterms:created xsi:type="dcterms:W3CDTF">2025-12-15T15:37:35Z</dcterms:created>
  <dcterms:modified xsi:type="dcterms:W3CDTF">2025-12-17T09:10:05Z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0x010100F62734D4891971478B816B747330C94A</vt:lpwstr>
  </property>
</Properties>
</file>